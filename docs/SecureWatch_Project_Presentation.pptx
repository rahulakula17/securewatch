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944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23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9512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SecureWatch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686800" y="1828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Apache CouchDB • Flask • Docker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4"/>
          </a:solidFill>
          <a:ln w="12700">
            <a:solidFill>
              <a:srgbClr val="0B132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15568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SecureWatch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190195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DE7E4"/>
                </a:solidFill>
              </a:rPr>
              <a:t>Cybersecurity Event Monitoring System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245059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</a:rPr>
              <a:t>Graduate NoSQL Database Project using Apache CouchDB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0" y="960120"/>
            <a:ext cx="4160520" cy="4206240"/>
          </a:xfrm>
          <a:prstGeom prst="roundRect">
            <a:avLst/>
          </a:prstGeom>
          <a:solidFill>
            <a:srgbClr val="132238">
              <a:alpha val="92000"/>
            </a:srgbClr>
          </a:solidFill>
          <a:ln w="12700">
            <a:solidFill>
              <a:srgbClr val="2742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662672" y="1325880"/>
            <a:ext cx="3429000" cy="658368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D4E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882128" y="142646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Failed Login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281160" y="142646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C7C4"/>
                </a:solidFill>
              </a:rPr>
              <a:t>username • source IP • attempts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662672" y="2194560"/>
            <a:ext cx="3429000" cy="658368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D4E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882128" y="229514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Malware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281160" y="229514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C7C4"/>
                </a:solidFill>
              </a:rPr>
              <a:t>hostname • malware • file path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662672" y="3063240"/>
            <a:ext cx="3429000" cy="658368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D4E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82128" y="316382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Phishing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281160" y="316382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C7C4"/>
                </a:solidFill>
              </a:rPr>
              <a:t>sender • recipient • subject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662672" y="3931920"/>
            <a:ext cx="3429000" cy="658368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D4E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882128" y="403250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Network Anomaly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281160" y="403250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C7C4"/>
                </a:solidFill>
              </a:rPr>
              <a:t>IPs • ports • protocol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699248" y="4709160"/>
            <a:ext cx="33375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1FAE5"/>
                </a:solidFill>
              </a:rPr>
              <a:t>Apache CouchDB stores each event as a flexible JSON document.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" y="58978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CBD5E1"/>
                </a:solidFill>
              </a:rPr>
              <a:t>Rahul Akula  • Bhargava Karthik </a:t>
            </a:r>
            <a:r>
              <a:rPr lang="en-US" sz="1150" dirty="0" err="1">
                <a:solidFill>
                  <a:srgbClr val="CBD5E1"/>
                </a:solidFill>
              </a:rPr>
              <a:t>Boddeda</a:t>
            </a:r>
            <a:r>
              <a:rPr lang="en-US" sz="1150" dirty="0">
                <a:solidFill>
                  <a:srgbClr val="CBD5E1"/>
                </a:solidFill>
              </a:rPr>
              <a:t> •  Sandeep Kumar Chavan •  Vamshi </a:t>
            </a:r>
            <a:r>
              <a:rPr lang="en-US" sz="1150" dirty="0" err="1">
                <a:solidFill>
                  <a:srgbClr val="CBD5E1"/>
                </a:solidFill>
              </a:rPr>
              <a:t>Padakanti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8368" y="62727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Database: Apache CouchDB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are we trying to solve?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11612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A lightweight system to record, review, and manage heterogeneous cybersecurity incidents.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86782" y="16916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86782" y="1691640"/>
            <a:ext cx="73152" cy="1600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7950" y="18562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1. Capture events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7950" y="2240280"/>
            <a:ext cx="22860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Record failed logins, malware detections, phishing reports, and network anomalies.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21422" y="16916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21422" y="1691640"/>
            <a:ext cx="73152" cy="1600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22590" y="18562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2. Investigate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2590" y="2240280"/>
            <a:ext cx="22860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Track severity, status, analyst notes, and event-specific details.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56062" y="16916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56062" y="1691640"/>
            <a:ext cx="73152" cy="1600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7230" y="18562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3. Query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7230" y="2240280"/>
            <a:ext cx="22860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Filter incidents by type, severity, or status using CouchDB Mango queries.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90702" y="169164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990702" y="1691640"/>
            <a:ext cx="73152" cy="1600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91870" y="18562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4. Protect data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91870" y="2240280"/>
            <a:ext cx="21945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Use CouchDB revisions and database replication for controlled updates and backup.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4400" y="3886200"/>
            <a:ext cx="10241280" cy="1325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34440" y="418795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766E"/>
                </a:solidFill>
              </a:rPr>
              <a:t>SecureWatch turns raw security events into an analyst-friendly workflow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71600" y="461772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Create → Review → Filter → Update → Resolve → Replicate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Apache CouchDB?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11612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The database choice is driven by flexible document structures and simple HTTP-based integration.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73152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17922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Flexible JSON documents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176272"/>
            <a:ext cx="31089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Different security events can have different fields without forcing one rigid relational schema.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41248" y="34107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REST/HTTP API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3794760"/>
            <a:ext cx="31089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Flask communicates directly with CouchDB through standard HTTP requests.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864608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4864608"/>
            <a:ext cx="73152" cy="12344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1248" y="50292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Built-in database features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" y="5413248"/>
            <a:ext cx="31089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Mango queries, indexes, document revisions, and replication are available natively.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63440" y="157276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Same database, different document shapes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709160" y="2011680"/>
            <a:ext cx="653796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19472" y="21579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</a:rPr>
              <a:t>Failed Login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2157984"/>
            <a:ext cx="45720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username: rsmith   •   source_ip: 192.168.1.25   •   failed_attempts: 8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3310128"/>
            <a:ext cx="653796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19472" y="34564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Malware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3456432"/>
            <a:ext cx="45720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hostname: WS-104   •   malware_name: ExampleTrojan   •   file_path: /downloads/file.exe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4608576"/>
            <a:ext cx="653796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19472" y="47548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Network Anomaly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4754880"/>
            <a:ext cx="45720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source_ip: 10.0.0.24   •   destination_port: 22   •   protocol: TCP</a:t>
            </a:r>
            <a:endParaRPr lang="en-US" sz="10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11612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A simple three-layer application with CouchDB running inside Docker.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194560" cy="13258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22219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Browser / UI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679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HTML • CSS • JavaScript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703320" y="1965960"/>
            <a:ext cx="2423160" cy="1325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0" y="22219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Flask Backend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0" y="26791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Python application logic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903720" y="1965960"/>
            <a:ext cx="2423160" cy="13258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040880" y="22219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Apache CouchDB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26791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JSON documents • Mango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012680" y="1965960"/>
            <a:ext cx="1417320" cy="1325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149840" y="222199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Docker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49840" y="267919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Local deployment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063240" y="2414016"/>
            <a:ext cx="548640" cy="38404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72200" y="2414016"/>
            <a:ext cx="640080" cy="38404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372600" y="2414016"/>
            <a:ext cx="548640" cy="38404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331720" y="5010912"/>
            <a:ext cx="7543800" cy="65386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606040" y="52120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Development &amp; administration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0" y="52120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PyCharm  •  Fauxton  •  Git / GitHub  •  .env configuration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2331720" y="3822191"/>
            <a:ext cx="754380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606040" y="4005072"/>
            <a:ext cx="1600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Aptos"/>
              </a:rPr>
              <a:t>Database setup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3922776"/>
            <a:ext cx="54406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75569"/>
                </a:solidFill>
                <a:latin typeface="Aptos"/>
              </a:rPr>
              <a:t>Installed Docker Desktop  •  Pulled official couchdb:3 image  •  Started with docker compose up -d</a:t>
            </a:r>
          </a:p>
          <a:p>
            <a:r>
              <a:rPr sz="1120">
                <a:solidFill>
                  <a:srgbClr val="475569"/>
                </a:solidFill>
                <a:latin typeface="Aptos"/>
              </a:rPr>
              <a:t>CouchDB exposed on port 5984  •  Fauxton used for database administration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Application dashboard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11612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Live summary cards are calculated from the security-event documents currently stored in CouchDB.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914400" y="614476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</a:rPr>
              <a:t>Dashboard counts update automatically as events are created, investigated, resolved, or deleted.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2221CF-8199-83EF-A9FA-B220F8068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472184"/>
            <a:ext cx="7772400" cy="45102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Mango queries through the UI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11612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Users filter by event type, severity, and status; Flask converts those selections into CouchDB Mango selectors.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1417320" y="6144768"/>
            <a:ext cx="9326880" cy="310896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614714" y="6208776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5985"/>
                </a:solidFill>
              </a:rPr>
              <a:t>The filtering is database-side - CouchDB returns only matching documents.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18888C-013A-5190-A65A-B45C0FD09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1448381"/>
            <a:ext cx="8874470" cy="44413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CouchDB documents, CRUD, and revisions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11612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Each event is a JSON document with common fields plus event-specific attributes.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7818120" y="173736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818120" y="1737360"/>
            <a:ext cx="73152" cy="1188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019288" y="190195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CRUD operations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19288" y="2286000"/>
            <a:ext cx="3429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Create, retrieve, update, and delete documents through the Flask application.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818120" y="3182112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818120" y="3182112"/>
            <a:ext cx="73152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019288" y="334670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Revision control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019288" y="3730752"/>
            <a:ext cx="3429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CouchDB uses the current _rev when updating or deleting a document.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18120" y="4626864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818120" y="4626864"/>
            <a:ext cx="73152" cy="1188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019288" y="479145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Indexes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019288" y="5175504"/>
            <a:ext cx="3429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JSON indexes support more efficient Mango queries on frequently filtered fields.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3DEE1AA-8D2E-9082-C0BB-95C5055F1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737360"/>
            <a:ext cx="7093397" cy="40325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replication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11612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A one-time CouchDB replication copies the primary database into a backup database.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3108960" y="605332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766E"/>
                </a:solidFill>
              </a:rPr>
              <a:t>securewatch  →  securewatch_backup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D5DFC1-41A2-52A2-7F50-87EDC56D8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517904"/>
            <a:ext cx="9135441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status and project handoff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11612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00">
                <a:solidFill>
                  <a:srgbClr val="475569"/>
                </a:solidFill>
                <a:latin typeface="Aptos"/>
              </a:rPr>
              <a:t>The SecureWatch implementation, database functionality, testing, documentation, and GitHub repository are complete.</a:t>
            </a:r>
          </a:p>
        </p:txBody>
      </p:sp>
      <p:sp>
        <p:nvSpPr>
          <p:cNvPr id="4" name="Text 2"/>
          <p:cNvSpPr/>
          <p:nvPr/>
        </p:nvSpPr>
        <p:spPr>
          <a:xfrm>
            <a:off x="731520" y="157276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803D"/>
                </a:solidFill>
              </a:rPr>
              <a:t>Completed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4846320" cy="3383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CouchDB deployed with Docker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Flask ↔ CouchDB integration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Flexible event-specific JSON documents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CRUD operations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Mango filters and indexes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Dashboard statistics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Document revisions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One-time database replication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89320" y="1691640"/>
            <a:ext cx="544068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6364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Team roles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263640" y="2359152"/>
            <a:ext cx="466344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Rahul Akula - CouchDB &amp; integration</a:t>
            </a:r>
            <a:endParaRPr lang="en-US" sz="1150" dirty="0"/>
          </a:p>
          <a:p>
            <a:r>
              <a:rPr lang="en-US" sz="1150" dirty="0">
                <a:solidFill>
                  <a:srgbClr val="475569"/>
                </a:solidFill>
              </a:rPr>
              <a:t>Bhargava Karthik </a:t>
            </a:r>
            <a:r>
              <a:rPr lang="en-US" sz="1150" dirty="0" err="1">
                <a:solidFill>
                  <a:srgbClr val="475569"/>
                </a:solidFill>
              </a:rPr>
              <a:t>Boddeda</a:t>
            </a:r>
            <a:r>
              <a:rPr lang="en-US" sz="1150" dirty="0">
                <a:solidFill>
                  <a:srgbClr val="475569"/>
                </a:solidFill>
              </a:rPr>
              <a:t>  - Flask backend &amp; query logic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Sandeep Kumar Chavan - Front end &amp; UI</a:t>
            </a:r>
            <a:endParaRPr lang="en-US" sz="1150" dirty="0"/>
          </a:p>
          <a:p>
            <a:r>
              <a:rPr lang="en-US" sz="1150" dirty="0">
                <a:solidFill>
                  <a:srgbClr val="475569"/>
                </a:solidFill>
              </a:rPr>
              <a:t>Vamshi </a:t>
            </a:r>
            <a:r>
              <a:rPr lang="en-US" sz="1150" dirty="0" err="1">
                <a:solidFill>
                  <a:srgbClr val="475569"/>
                </a:solidFill>
              </a:rPr>
              <a:t>Padakanti</a:t>
            </a:r>
            <a:r>
              <a:rPr lang="en-US" sz="1150" dirty="0">
                <a:solidFill>
                  <a:srgbClr val="475569"/>
                </a:solidFill>
              </a:rPr>
              <a:t> - Testing, documentation &amp; presentation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89320" y="3977640"/>
            <a:ext cx="5440680" cy="1417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63640" y="42611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66E"/>
                </a:solidFill>
              </a:rPr>
              <a:t>GitHub repository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63640" y="46634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github.com/RahulAkula17/SecureWatch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596188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SecureWatch demonstrates how a document-oriented NoSQL database can support a practical cybersecurity workflow.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654</Words>
  <Application>Microsoft Macintosh PowerPoint</Application>
  <PresentationFormat>Widescreen</PresentationFormat>
  <Paragraphs>109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Graduate NoSQL Database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SecureWatch: Cybersecurity Event Monitoring System Using Apache CouchDB</dc:title>
  <dc:subject>SecureWatch project presentation</dc:subject>
  <dc:creator>Rahul Akula</dc:creator>
  <cp:lastModifiedBy>Akula, Niharika</cp:lastModifiedBy>
  <cp:revision>3</cp:revision>
  <dcterms:created xsi:type="dcterms:W3CDTF">2026-10-15T04:48:12Z</dcterms:created>
  <dcterms:modified xsi:type="dcterms:W3CDTF">2026-10-30T19:37:45Z</dcterms:modified>
</cp:coreProperties>
</file>